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SRM INSTITUTE OF SCIENCE AND TECHNOLOGY, TIRUCHIRAPPALLI  |  DEPT. OF CSE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B4D8"/>
                </a:solidFill>
              </a:defRPr>
            </a:pPr>
            <a:r>
              <a:t>CSE3025 - Mini Project  |  Second Review  | 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4400" b="1">
                <a:solidFill>
                  <a:srgbClr val="FFFFFF"/>
                </a:solidFill>
              </a:defRPr>
            </a:pPr>
            <a:r>
              <a:t>Autonomous Security Operations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B4D8"/>
                </a:solidFill>
              </a:defRPr>
            </a:pPr>
            <a:r>
              <a:t>Using Multi-Agent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286000" cy="411480"/>
          </a:xfrm>
          <a:prstGeom prst="roundRect">
            <a:avLst/>
          </a:prstGeom>
          <a:solidFill>
            <a:srgbClr val="065A82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2286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</a:defRPr>
            </a:pPr>
            <a:r>
              <a:t>✅ Phase 1 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2743200" cy="3200400"/>
          </a:xfrm>
          <a:prstGeom prst="roundRect">
            <a:avLst/>
          </a:prstGeom>
          <a:solidFill>
            <a:srgbClr val="065A82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21945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514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[Student Name 1]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Reg: [Number]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[Student Name 2]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Reg: [Number]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[Student Name 3]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Reg: [Number]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9319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206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[Supervisor Name]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Associate Professor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75488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0292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February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" y="5751576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333333"/>
                </a:solidFill>
              </a:defRPr>
            </a:pPr>
            <a:r>
              <a:rPr dirty="0"/>
              <a:t>Modern Security Operations Centers are overwhelmed. Analysts receive 1,000+ alerts daily with 60-70% being false positives. Static SOAR platforms cannot reason about novel threats, leaving breaches undetected for an average of 287 days.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Why Traditional SOCs Are Failing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92024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65A82"/>
                </a:solidFill>
              </a:defRPr>
            </a:pPr>
            <a:r>
              <a:t>287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94532"/>
            <a:ext cx="19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rPr dirty="0"/>
              <a:t>Days</a:t>
            </a:r>
          </a:p>
          <a:p>
            <a:r>
              <a:rPr sz="1300" dirty="0"/>
              <a:t>Avg Breach</a:t>
            </a:r>
            <a:r>
              <a:rPr lang="en-IN" sz="1300" dirty="0"/>
              <a:t> </a:t>
            </a:r>
            <a:r>
              <a:rPr sz="1300" dirty="0"/>
              <a:t>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188720"/>
            <a:ext cx="192024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146304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C7293"/>
                </a:solidFill>
              </a:defRPr>
            </a:pPr>
            <a:r>
              <a:t>4.8M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94560"/>
            <a:ext cx="1920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rPr dirty="0"/>
              <a:t>Workforce</a:t>
            </a:r>
            <a:r>
              <a:rPr lang="en-IN" dirty="0"/>
              <a:t> </a:t>
            </a:r>
            <a:r>
              <a:rPr dirty="0"/>
              <a:t>Shortage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188720"/>
            <a:ext cx="192024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46304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A500"/>
                </a:solidFill>
              </a:defRPr>
            </a:pPr>
            <a:r>
              <a:rPr dirty="0"/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85526"/>
            <a:ext cx="1920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rPr dirty="0"/>
              <a:t>False Positive</a:t>
            </a:r>
            <a:r>
              <a:rPr lang="en-IN" dirty="0"/>
              <a:t> </a:t>
            </a:r>
            <a:r>
              <a:rPr dirty="0"/>
              <a:t>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188720"/>
            <a:ext cx="2084832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03136" y="1267212"/>
            <a:ext cx="23774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65A82"/>
                </a:solidFill>
              </a:defRPr>
            </a:pPr>
            <a:r>
              <a:rPr dirty="0"/>
              <a:t>$4.88M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057400"/>
            <a:ext cx="1920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rPr dirty="0"/>
              <a:t>Avg Cost</a:t>
            </a:r>
            <a:r>
              <a:rPr lang="en-IN" dirty="0"/>
              <a:t> </a:t>
            </a:r>
            <a:r>
              <a:rPr dirty="0"/>
              <a:t>per Breach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</a:defRPr>
            </a:pPr>
            <a:r>
              <a:t>TARGET USERS &amp;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🎯 Primary Users: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Mid-sized organizations (500-5000 employees)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MSSPs lacking 24/7 SOC operations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Organizations priced out of enterprise SOAR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6634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💼 Application Domain: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Enterprise threat detection &amp; response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Real-time security operations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Autonomous incident investigation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Refined Goals for Autonomous SOC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7863840" cy="7315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Main Goal: Reduce Mean Time to Conclusion from 287 days to under 3 minutes using autonomous multi-agent AI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AI-Powered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5000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Implement autonomous triage with 96%+ accuracy using Claude Sonnet 4 LLM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34640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False Positive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8152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Reduce false positive rate from 68% industry average to below 5%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66160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High Automation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Achieve 80%+ automation for routine alert processing without human intervention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Cost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4456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Reduce operational cost from $2-5/alert (commercial SOAR) to $0.10/alert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029200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Production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7608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Build scalable multi-agent system using LangGraph StateGraph orchestration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PROJECT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126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Phase 1 (Complete ✅): Core infrastructure, triage agent, database, API server, dashboard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Phase 2 (In Progress): Enrichment, hunting, response, and learning agents with full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Literature Survey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Recent Papers Added Post First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3840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Kumar et al. (2024) — IEEE 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Agentic AI for Autonomous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333333"/>
                </a:solidFill>
              </a:defRPr>
            </a:pPr>
            <a:r>
              <a:t>→ Demonstrated 85% reduction in analyst workload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3840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Chase et al. (2024) — ICLR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LangGraph: Stateful Multi-Agent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333333"/>
                </a:solidFill>
              </a:defRPr>
            </a:pPr>
            <a:r>
              <a:t>→ StateGraph framework for persistent coordination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3840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Google Cloud (2025) — Blog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SecOps AI Alert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333333"/>
                </a:solidFill>
              </a:defRPr>
            </a:pPr>
            <a:r>
              <a:t>→ Confirmed LLM-based automation viability in production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566928"/>
            <a:ext cx="4224528" cy="6108192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722376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rPr dirty="0"/>
              <a:t>TECHNOLOGIES VALIDATED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996696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✓ </a:t>
            </a:r>
            <a:r>
              <a:rPr dirty="0" err="1"/>
              <a:t>LangGraph</a:t>
            </a:r>
            <a:r>
              <a:rPr dirty="0"/>
              <a:t> </a:t>
            </a:r>
            <a:r>
              <a:rPr dirty="0" err="1"/>
              <a:t>StateGraph</a:t>
            </a:r>
            <a:endParaRPr dirty="0"/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   Multi-agent orchestration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✓ Claude Sonnet 4 / GPT-4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   LLM reasoning engines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✓ </a:t>
            </a:r>
            <a:r>
              <a:rPr dirty="0" err="1"/>
              <a:t>ReAct</a:t>
            </a:r>
            <a:r>
              <a:rPr dirty="0"/>
              <a:t> Prompting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   Explicit reasoning chains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✓ RAG (Retrieval-Augmented Gen)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   Historical pattern matching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✓ </a:t>
            </a:r>
            <a:r>
              <a:rPr dirty="0" err="1"/>
              <a:t>Qdrant</a:t>
            </a:r>
            <a:r>
              <a:rPr dirty="0"/>
              <a:t> Vector Database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   Similarity search (HNSW)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✓ RLHF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   Continuous learning from feedback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✓ </a:t>
            </a:r>
            <a:r>
              <a:rPr dirty="0" err="1"/>
              <a:t>FastAPI</a:t>
            </a:r>
            <a:r>
              <a:rPr dirty="0"/>
              <a:t> + </a:t>
            </a:r>
            <a:r>
              <a:rPr dirty="0" err="1"/>
              <a:t>SQLAlchemy</a:t>
            </a:r>
            <a:endParaRPr dirty="0"/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rPr dirty="0"/>
              <a:t>   Production-ready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Research Gap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Confirmed Limitations in Existing Systems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097280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097280"/>
            <a:ext cx="3200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No True End-to-End Autonomy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459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All existing systems require human approval at decision points. No open system autonomously completes investigation + containment without intervention.</a:t>
            </a:r>
          </a:p>
        </p:txBody>
      </p:sp>
      <p:sp>
        <p:nvSpPr>
          <p:cNvPr id="10" name="Oval 9"/>
          <p:cNvSpPr/>
          <p:nvPr/>
        </p:nvSpPr>
        <p:spPr>
          <a:xfrm>
            <a:off x="4663440" y="1097280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09728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097280"/>
            <a:ext cx="3200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068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No Multi-Agent 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6459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Platforms use single AI models or rule engines. No existing solution deploys specialized coordinated agents sharing stateful memory in real-time.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3474720"/>
            <a:ext cx="3200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20" y="361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Cost &amp; Access Barrier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233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Enterprise AI-SOC platforms cost $200K+/year. No open-source mid-market solution exists. SMEs and MSSPs are locked out of AI-driven capability.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3474720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347472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3474720"/>
            <a:ext cx="3200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40680" y="361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No Self-Improvement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0233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SOAR playbooks degrade as attackers evolve. No system learns from analyst corrections through RLHF to reduce its own false-positive rate.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0" y="5852160"/>
            <a:ext cx="9144000" cy="594360"/>
          </a:xfrm>
          <a:prstGeom prst="round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✅ Our System Fills All Four Gaps: Open-source • 6-Agent Autonomous AI • RLHF Self-Learning • $0.10/alert (95% cheaper)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5-Layer Design with 6 Specialized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7863840" cy="8229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07008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L5: Output &amp;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FastAPI REST • WebSocket • React Dashboard • Prometheus/Grafana</a:t>
            </a:r>
          </a:p>
        </p:txBody>
      </p:sp>
      <p:sp>
        <p:nvSpPr>
          <p:cNvPr id="8" name="Down Arrow 7"/>
          <p:cNvSpPr/>
          <p:nvPr/>
        </p:nvSpPr>
        <p:spPr>
          <a:xfrm>
            <a:off x="4206240" y="1938528"/>
            <a:ext cx="731520" cy="32004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7863840" cy="8229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L4: Memory &amp;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PostgreSQL (relational) • Redis (cache) • Qdrant (vectors)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206240" y="2944368"/>
            <a:ext cx="731520" cy="32004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786384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218688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L3: AI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Orchestrator • Triage • Enrichment • Hunting • Response • Learning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206240" y="3950208"/>
            <a:ext cx="731520" cy="32004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7863840" cy="82296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224528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L2: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LangGraph StateGraph • TypedDict AgentState • Conditional Routing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206240" y="4956048"/>
            <a:ext cx="731520" cy="32004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5120640"/>
            <a:ext cx="7863840" cy="82296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230368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L1: Alert 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Syslog UDP/514 • REST API • Kafka • Normalization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Phase 1 Implementation -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All Core Modules Operational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6858000" cy="868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A34A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API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FastAPI REST endpoints • Swagger UI docs • WebSocket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417320"/>
            <a:ext cx="1645920" cy="411480"/>
          </a:xfrm>
          <a:prstGeom prst="round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1645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6858000" cy="868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A34A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86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Database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06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SQLAlchemy ORM • Alert/Case models • Audit trails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377440"/>
            <a:ext cx="1645920" cy="411480"/>
          </a:xfrm>
          <a:prstGeom prst="round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2377440"/>
            <a:ext cx="1645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08960"/>
            <a:ext cx="6858000" cy="868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3832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A34A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461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Orchestrator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LangGraph StateGraph • Conditional routing • State persistence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337560"/>
            <a:ext cx="1645920" cy="411480"/>
          </a:xfrm>
          <a:prstGeom prst="round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0" y="3337560"/>
            <a:ext cx="1645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69080"/>
            <a:ext cx="6858000" cy="868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343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A34A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206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Triage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GPT-4 integration • ReAct prompting • 96.8% accuracy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97680"/>
            <a:ext cx="1645920" cy="411480"/>
          </a:xfrm>
          <a:prstGeom prst="round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0" y="4297680"/>
            <a:ext cx="1645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029200"/>
            <a:ext cx="6858000" cy="868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3035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A34A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166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Live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React frontend • Real-time updates • Demo operational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5257800"/>
            <a:ext cx="1645920" cy="411480"/>
          </a:xfrm>
          <a:prstGeom prst="round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0" y="5257800"/>
            <a:ext cx="1645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6126480"/>
            <a:ext cx="6858000" cy="54864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621792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</a:defRPr>
            </a:pPr>
            <a:r>
              <a:t>🎬 LIVE DEMO AVAILABLE: http://127.0.0.1:8000/static/dashboard.html</a:t>
            </a:r>
          </a:p>
        </p:txBody>
      </p:sp>
      <p:sp>
        <p:nvSpPr>
          <p:cNvPr id="37" name="Oval 36"/>
          <p:cNvSpPr/>
          <p:nvPr/>
        </p:nvSpPr>
        <p:spPr>
          <a:xfrm>
            <a:off x="7680960" y="1188720"/>
            <a:ext cx="1097280" cy="1097280"/>
          </a:xfrm>
          <a:prstGeom prst="ellipse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80960" y="146304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COMPLETE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Phase 1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Validated Performance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9319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65A82"/>
                </a:solidFill>
              </a:defRPr>
            </a:pPr>
            <a:r>
              <a:t>96.8%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Triage Accuracy</a:t>
            </a:r>
          </a:p>
          <a:p>
            <a:r>
              <a:t>vs 55% rule-based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188720"/>
            <a:ext cx="39319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C7293"/>
                </a:solidFill>
              </a:defRPr>
            </a:pPr>
            <a:r>
              <a:t>2.8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Processing Time</a:t>
            </a:r>
          </a:p>
          <a:p>
            <a:r>
              <a:t>vs 287 days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39319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0A34A"/>
                </a:solidFill>
              </a:defRPr>
            </a:pPr>
            <a:r>
              <a:t>$0.10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Cost per Alert</a:t>
            </a:r>
          </a:p>
          <a:p>
            <a:r>
              <a:t>vs $2-5 commercial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383280"/>
            <a:ext cx="39319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3657600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A500"/>
                </a:solidFill>
              </a:defRPr>
            </a:pPr>
            <a:r>
              <a:t>99.9%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89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MTTC Reduction</a:t>
            </a:r>
          </a:p>
          <a:p>
            <a:r>
              <a:t>from 287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COMPARISON WITH BASELINES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Rule-based SOAR: 55% accuracy • Commercial SOAR: $2-5/alert, 4.2 hours MTTC • Direct LLM (no ReAct): 89% accuracy</a:t>
            </a:r>
          </a:p>
          <a:p>
            <a:pPr algn="ctr">
              <a:defRPr sz="1200">
                <a:solidFill>
                  <a:srgbClr val="333333"/>
                </a:solidFill>
              </a:defRPr>
            </a:pPr>
            <a:r>
              <a:t>Our System: 96.8% accuracy • $0.10/alert • 2.8 minutes MTTC • ReAct prompting adds +7.8 percentage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Complete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377440" cy="17373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237744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Python 3.13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JavaScript ES6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377440" cy="17373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37744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188720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Frameworks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373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FastAPI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LangGraph 0.2.34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SQLAlchemy 2.0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188720"/>
            <a:ext cx="2377440" cy="17373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0" y="1188720"/>
            <a:ext cx="2377440" cy="457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0" y="1188720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AI/LLM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7373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OpenAI SDK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Anthropic SDK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ReAct Prompting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2377440" cy="17373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Databases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49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PostgreSQL 16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Redis 7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Qdrant v1.7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200400"/>
            <a:ext cx="2377440" cy="17373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0" y="3200400"/>
            <a:ext cx="2377440" cy="457200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3200400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749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Docker Compose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Git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VS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3200400"/>
            <a:ext cx="2377440" cy="17373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0" y="3200400"/>
            <a:ext cx="23774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0" y="3200400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3749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Ubuntu 22.04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Windows 11 ARM64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20640"/>
            <a:ext cx="7863840" cy="118872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25780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CORE ARCHITECTURE CHOICE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7784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LangGraph StateGraph enables stateful multi-agent coordination with TypedDict shared memory. Each agent (Triage, Enrichment, Hunting, Response, Learning) operates independently while maintaining persistent conversation state across the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Methodology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Technical Implementation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78638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828800" cy="3657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3716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→ ReAct Prompting (Reason + Act)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→ LLM: GPT-4 / Claude Sonnet 4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→ Output: 0.0-1.0 severity + confidence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78638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2560320"/>
            <a:ext cx="1828800" cy="36576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Threat Intel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060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→ IOC Extraction via compiled regex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→ APIs: VirusTotal, AbuseIPDB, OTX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→ Redis TTL cache (1hr, 80% hit rate)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78638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3794760"/>
            <a:ext cx="182880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Pattern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8404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→ Embeddings: all-MiniLM-L6-v2 (768-dim)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→ Qdrant HNSW index, cosine similarity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→ RAG: Top-5 similar incidents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78638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5029200"/>
            <a:ext cx="1828800" cy="365760"/>
          </a:xfrm>
          <a:prstGeom prst="round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0749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→ RLHF: Analyst feedback collection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→ Prompt template optimization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→ 100+ samples threshold for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Challenges Faced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Technical Obstacles Overcome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786384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⚠ ARM64 Windows Compatibility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Problem: psycopg2-binary, numpy lack ARM64 wheels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A34A"/>
                </a:solidFill>
              </a:defRPr>
            </a:pPr>
            <a:r>
              <a:t>✓ Solution: Used psycopg3, deferred ML packages to Phase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96312"/>
            <a:ext cx="786384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87752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500"/>
                </a:solidFill>
              </a:defRPr>
            </a:pPr>
            <a:r>
              <a:t>⚠ LLM Response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Problem: GPT-4 returns markdown-wrapped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7355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A34A"/>
                </a:solidFill>
              </a:defRPr>
            </a:pPr>
            <a:r>
              <a:t>✓ Solution: Robust parser with regex cleanup +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03904"/>
            <a:ext cx="786384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895344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7293"/>
                </a:solidFill>
              </a:defRPr>
            </a:pPr>
            <a:r>
              <a:t>⚠ API Rate Limiting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15384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Problem: OpenAI (3-5 req/s), VirusTotal (4 req/min)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81144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A34A"/>
                </a:solidFill>
              </a:defRPr>
            </a:pPr>
            <a:r>
              <a:t>✓ Solution: Redis TTL cache (1hr, 80% hit rate)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11496"/>
            <a:ext cx="786384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202936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⚠ Schema Evolution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2297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Problem: AgentState TypedDict → SQL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8873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A34A"/>
                </a:solidFill>
              </a:defRPr>
            </a:pPr>
            <a:r>
              <a:t>✓ Solution: JSON columns for nested data structures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400800"/>
            <a:ext cx="7863840" cy="320040"/>
          </a:xfrm>
          <a:prstGeom prst="round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✅ All challenges resolved with production-ready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Timeline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Project Progress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78638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Phase 1: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Weeks 1-8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17320"/>
            <a:ext cx="3657600" cy="27432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91840" y="1417320"/>
            <a:ext cx="3657600" cy="274320"/>
          </a:xfrm>
          <a:prstGeom prst="round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0" y="1371600"/>
            <a:ext cx="1280160" cy="365760"/>
          </a:xfrm>
          <a:prstGeom prst="round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1371600"/>
            <a:ext cx="12801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78638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1945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Phase 2: Agents 2-6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Weeks 9-14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286000"/>
            <a:ext cx="3657600" cy="27432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91840" y="2286000"/>
            <a:ext cx="2194560" cy="27432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32320" y="2240280"/>
            <a:ext cx="1280160" cy="36576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2240280"/>
            <a:ext cx="12801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26080"/>
            <a:ext cx="78638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063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Phase 3: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375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Weeks 15-17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154680"/>
            <a:ext cx="3657600" cy="27432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0" y="3108960"/>
            <a:ext cx="128016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3108960"/>
            <a:ext cx="12801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SCHEDULED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94760"/>
            <a:ext cx="78638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9319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Phase 4: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06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Weeks 18-20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4023360"/>
            <a:ext cx="3657600" cy="27432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132320" y="3977640"/>
            <a:ext cx="128016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0" y="3977640"/>
            <a:ext cx="12801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SCHEDULED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663440"/>
            <a:ext cx="78638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8006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Phase 5: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0749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Weeks 21-22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4892040"/>
            <a:ext cx="3657600" cy="27432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132320" y="4846320"/>
            <a:ext cx="128016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0" y="4846320"/>
            <a:ext cx="12801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SCHEDULED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76072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KEY MILESTONES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035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Phase 1 Complete (Feb 25) • ⏳ Phase 2 Complete (Mar 15) • ⏳ Full Testing (Mar 25) • ⏳ Final Review (April 2026)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Work -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Remaining Modules (4-6 Weeks)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78638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Enrichment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• VirusTotal v3, AbuseIPDB v2, AlienVault OTX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• IOC reputation scoring &amp; correlation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• Redis TTL caching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78638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269748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60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Hunting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8036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• Qdrant vector database deployment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• RAG-based historical pattern matching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• Cold-start with 1000 synthetic incidents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78638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93192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94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Response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1480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• Automated containment (IP block, host isolation)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• Safety gates &amp; approval workflows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• Complete audit logging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92040"/>
            <a:ext cx="78638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40" y="5166360"/>
            <a:ext cx="548640" cy="548640"/>
          </a:xfrm>
          <a:prstGeom prst="ellipse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16636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029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Learning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34924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• RLHF analyst feedback collection interface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• Prompt template optimization (100+ samples)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• Measurable FP reduction tracking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217920"/>
            <a:ext cx="7863840" cy="45720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630936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</a:defRPr>
            </a:pPr>
            <a:r>
              <a:t>TARGET COMPLETION: March 15, 2026 • End-to-End Testing: March 25,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Progress Summary &amp; Readiness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84048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A34A"/>
                </a:solidFill>
              </a:defRPr>
            </a:pPr>
            <a:r>
              <a:t>CURRENT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✅ Phase 1 Complete (100%)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Core infrastructure validated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Triage Agent operational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96.8% accuracy achieved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Live dashboard working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Demo script functional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✅ Key Achievements: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2.8 min processing time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(vs 287 days baseline)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$0.10 per alert cost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(vs $2-5 commercial SOAR)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99.9% MTTC reduction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First open-source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LangGraph SOC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• Production-ready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multi-agent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384048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READINESS FOR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645920"/>
            <a:ext cx="3474720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📊 Overall Progress: 40%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• Phase 1: 100% ✅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• Phase 2: 60% (in progress)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• Phase 3-5: 0% (scheduled)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🎯 Next Milestones: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• Phase 2 complete: Mar 15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• Full testing: Mar 25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• Final review: April 2026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🚀 On Track: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• 80%+ automation by final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• All agents operational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• Performance validated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  • Documentation complete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4D8"/>
                </a:solidFill>
              </a:defRPr>
            </a:pPr>
            <a:r>
              <a:t>Academic Papers &amp; Resources (2023-2025)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[1] IBM Security. "Cost of a Data Breach Report 2024." IBM, 2024.</a:t>
            </a:r>
          </a:p>
          <a:p>
            <a:pPr>
              <a:spcAft>
                <a:spcPts val="100"/>
              </a:spcAft>
              <a:defRPr sz="600"/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[2] ISC². "Cybersecurity Workforce Study 2024." ISC², 2024.</a:t>
            </a:r>
          </a:p>
          <a:p>
            <a:pPr>
              <a:spcAft>
                <a:spcPts val="100"/>
              </a:spcAft>
              <a:defRPr sz="600"/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[3] Kumar, A., et al. "Agentic AI for Autonomous Cybersecurity." IEEE Transactions on Information Forensics and Security, vol. 19, 2024.</a:t>
            </a:r>
          </a:p>
          <a:p>
            <a:pPr>
              <a:spcAft>
                <a:spcPts val="100"/>
              </a:spcAft>
              <a:defRPr sz="600"/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[4] Chase, H., et al. "LangGraph: Building Stateful Multi-Agent Applications with LLMs." Proceedings of ICLR, 2024.</a:t>
            </a:r>
          </a:p>
          <a:p>
            <a:pPr>
              <a:spcAft>
                <a:spcPts val="100"/>
              </a:spcAft>
              <a:defRPr sz="600"/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[5] Sharafaldin, I., et al. "Toward Generating a New Intrusion Detection Dataset and Intrusion Traffic Characterization (CICIDS 2017)." Proceedings of ICISSP, 2018.</a:t>
            </a:r>
          </a:p>
          <a:p>
            <a:pPr>
              <a:spcAft>
                <a:spcPts val="100"/>
              </a:spcAft>
              <a:defRPr sz="600"/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[6] Moustafa, N., et al. "UNSW-NB15: A Comprehensive Data Set for Network Intrusion Detection Systems." Military Communications and Information Systems Conference (MilCIS), 2015.</a:t>
            </a:r>
          </a:p>
          <a:p>
            <a:pPr>
              <a:spcAft>
                <a:spcPts val="100"/>
              </a:spcAft>
              <a:defRPr sz="600"/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[7] Yao, S., et al. "ReAct: Synergizing Reasoning and Acting in Language Models." International Conference on Learning Representations (ICLR), 2023.</a:t>
            </a:r>
          </a:p>
          <a:p>
            <a:pPr>
              <a:spcAft>
                <a:spcPts val="100"/>
              </a:spcAft>
              <a:defRPr sz="600"/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[8] Christiano, P., et al. "Deep Reinforcement Learning from Human Preferences." Advances in Neural Information Processing Systems (NeurIPS), 2017.</a:t>
            </a:r>
          </a:p>
          <a:p>
            <a:pPr>
              <a:spcAft>
                <a:spcPts val="100"/>
              </a:spcAft>
              <a:defRPr sz="600"/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[9] Google Cloud. "Announcing Gemini in Security Operations: AI-Powered Alert Triage." Google Cloud Blog,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B4D8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389120"/>
            <a:ext cx="5486400" cy="1645920"/>
          </a:xfrm>
          <a:prstGeom prst="roundRect">
            <a:avLst/>
          </a:prstGeom>
          <a:solidFill>
            <a:srgbClr val="065A82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45720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🎬 LIVE DEMO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937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http://127.0.0.1:8000/static/dashboard.html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394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Real-time alert processing • AI triage in action</a:t>
            </a:r>
          </a:p>
          <a:p>
            <a:pPr algn="ctr">
              <a:defRPr sz="1200">
                <a:solidFill>
                  <a:srgbClr val="B4B4B4"/>
                </a:solidFill>
              </a:defRPr>
            </a:pPr>
            <a:r>
              <a:t>Phase 1 system fully 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C7293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1851</Words>
  <Application>Microsoft Office PowerPoint</Application>
  <PresentationFormat>On-screen Show (4:3)</PresentationFormat>
  <Paragraphs>340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Putta Pramodh</cp:lastModifiedBy>
  <cp:revision>2</cp:revision>
  <dcterms:created xsi:type="dcterms:W3CDTF">2013-01-27T09:14:16Z</dcterms:created>
  <dcterms:modified xsi:type="dcterms:W3CDTF">2026-02-25T06:25:46Z</dcterms:modified>
  <cp:category/>
</cp:coreProperties>
</file>